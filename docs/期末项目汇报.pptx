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75" r:id="rId3"/>
    <p:sldId id="276" r:id="rId4"/>
    <p:sldId id="259" r:id="rId5"/>
    <p:sldId id="260" r:id="rId6"/>
    <p:sldId id="274" r:id="rId7"/>
    <p:sldId id="273" r:id="rId8"/>
  </p:sldIdLst>
  <p:sldSz cx="16256000" cy="9144000"/>
  <p:notesSz cx="9144000" cy="16256000"/>
  <p:embeddedFontLst>
    <p:embeddedFont>
      <p:font typeface="Noto Sans SC" panose="020B0200000000000000" pitchFamily="34" charset="-122"/>
      <p:regular r:id="rId10"/>
      <p:bold r:id="rId11"/>
    </p:embeddedFont>
    <p:embeddedFont>
      <p:font typeface="Quattrocento Sans" panose="020B0502050000020003" pitchFamily="34" charset="0"/>
      <p:regular r:id="rId12"/>
      <p:bold r:id="rId13"/>
    </p:embeddedFont>
    <p:embeddedFont>
      <p:font typeface="微软雅黑" panose="020B0503020204020204" pitchFamily="34" charset="-122"/>
      <p:regular r:id="rId14"/>
      <p:bold r:id="rId15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270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121.196.198.164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121.196.198.164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JiaJingyi717/FitMat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62000" y="1778000"/>
            <a:ext cx="635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kern="0" spc="3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FINAL PROJECT REPORT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2311400"/>
            <a:ext cx="13970000" cy="965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FitMate — AI 智能健身助手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2000" y="3128645"/>
            <a:ext cx="12700000" cy="9620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800" dirty="0">
                <a:solidFill>
                  <a:srgbClr val="88888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基于 Web 的个性化训练管理与 AI 教练系统</a:t>
            </a:r>
          </a:p>
          <a:p>
            <a:pPr algn="l">
              <a:lnSpc>
                <a:spcPct val="100000"/>
              </a:lnSpc>
            </a:pPr>
            <a:r>
              <a:rPr lang="en-US" sz="2400" b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运动计划生成、AI 教练问答、运动知识库、数据分析和个人健康管理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78815" y="4077970"/>
            <a:ext cx="14732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7" name="Shape 5"/>
          <p:cNvSpPr/>
          <p:nvPr/>
        </p:nvSpPr>
        <p:spPr>
          <a:xfrm>
            <a:off x="0" y="4924269"/>
            <a:ext cx="16256000" cy="4219731"/>
          </a:xfrm>
          <a:prstGeom prst="rect">
            <a:avLst/>
          </a:prstGeom>
          <a:solidFill>
            <a:srgbClr val="1A4A7A"/>
          </a:solidFill>
        </p:spPr>
      </p:sp>
      <p:sp>
        <p:nvSpPr>
          <p:cNvPr id="8" name="Text 6"/>
          <p:cNvSpPr/>
          <p:nvPr/>
        </p:nvSpPr>
        <p:spPr>
          <a:xfrm>
            <a:off x="762000" y="5628807"/>
            <a:ext cx="7620000" cy="79739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 err="1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汇报人</a:t>
            </a:r>
            <a:r>
              <a:rPr lang="en-US" sz="24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：</a:t>
            </a:r>
            <a:r>
              <a:rPr lang="en-US" altLang="zh-CN" sz="24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2320100819    </a:t>
            </a:r>
            <a:r>
              <a:rPr lang="en-US" sz="2400" dirty="0" err="1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赵一诺</a:t>
            </a:r>
            <a:r>
              <a:rPr lang="en-US" sz="24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	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	</a:t>
            </a:r>
            <a:r>
              <a:rPr lang="en-US" altLang="zh-CN" sz="24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    2323030103   </a:t>
            </a:r>
            <a:r>
              <a:rPr lang="en-US" sz="24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贾静怡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62000" y="7061200"/>
            <a:ext cx="889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线上演示：</a:t>
            </a:r>
            <a:r>
              <a:rPr lang="en-US" sz="2400" u="sng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  <a:hlinkClick r:id="rId3" action="ppaction://hlinkfile"/>
              </a:rPr>
              <a:t>http://121.196.198.164/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762000" y="7493000"/>
            <a:ext cx="635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测试账号：test@example.com / 123456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160000" y="7950200"/>
            <a:ext cx="5334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4800" dirty="0">
                <a:solidFill>
                  <a:srgbClr val="FFFFFF">
                    <a:alpha val="313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FITMATE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01 项目概述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41" name="Text 39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32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项目背景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95045" y="1859280"/>
            <a:ext cx="8385175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FitMate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是一个面向日常健身用户、运动初学者以及希望获得个性化训练建议人群的 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智能健身辅助系统。</a:t>
            </a:r>
          </a:p>
          <a:p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在传统健身场景中，用户普遍面临以下问题：</a:t>
            </a:r>
          </a:p>
          <a:p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缺少持续、个性化的训练指导</a:t>
            </a:r>
          </a:p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训练计划制定成本较高，执行过程难以坚持</a:t>
            </a:r>
          </a:p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运动数据分散，难以形成长期跟踪和分析</a:t>
            </a:r>
          </a:p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健身知识获取零散，缺少统一入口</a:t>
            </a:r>
          </a:p>
          <a:p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基于上述痛点，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FitMate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 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虚拟教练为核心交互入口，整合训练计划生成、训练打卡、数据分析、知识库和成就激励等功能，帮助用户形成“计划制定—执行打卡—数据反馈—持续优化”的完整健身闭环。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01 项目概述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41" name="Text 39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32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技术选型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08000" y="1036955"/>
            <a:ext cx="12954635" cy="117881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 前端技术选型</a:t>
            </a:r>
          </a:p>
          <a:p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前端部分采用 `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Vue 3 + Vite`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作为核心技术方案，配合 `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Vue Router`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 `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Axios`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构建单页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应用。</a:t>
            </a:r>
          </a:p>
          <a:p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 后端技术选型</a:t>
            </a:r>
          </a:p>
          <a:p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后端部分采用 `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 Flask`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RESTful API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服务，并结合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JWT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鉴权、数据库管理和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接口调用完成业务支撑。</a:t>
            </a:r>
          </a:p>
          <a:p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 部署与工程化选型</a:t>
            </a:r>
          </a:p>
          <a:p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为了保证项目具备较好的可运行性、可部署性和可维护性，项目还采用了以下工程化技术：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`Docker Compose`：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用于统一编排前端、后端、数据库等服务</a:t>
            </a: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`Nginx`：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用于反向代理与静态资源分发</a:t>
            </a: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`GitHub Actions`：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用于持续集成、自动化测试和镜像构建</a:t>
            </a:r>
          </a:p>
          <a:p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`阿里云轻量应用服务器`：用于项目云端部署与在线演示</a:t>
            </a:r>
          </a:p>
          <a:p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6685" y="6127115"/>
            <a:ext cx="12802235" cy="281368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01 项目概述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32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当前进展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8" name="Text 16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4</a:t>
            </a:r>
            <a:endParaRPr lang="en-US" sz="1600" dirty="0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173" y="980092"/>
            <a:ext cx="13047259" cy="7960708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rcRect l="31629" t="1618" r="32316" b="1"/>
          <a:stretch>
            <a:fillRect/>
          </a:stretch>
        </p:blipFill>
        <p:spPr>
          <a:xfrm>
            <a:off x="3140440" y="647492"/>
            <a:ext cx="5224072" cy="7918083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5"/>
          <a:srcRect l="31030" r="33007"/>
          <a:stretch>
            <a:fillRect/>
          </a:stretch>
        </p:blipFill>
        <p:spPr>
          <a:xfrm>
            <a:off x="8364512" y="647492"/>
            <a:ext cx="5141626" cy="789278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6"/>
          <a:srcRect l="18258"/>
          <a:stretch>
            <a:fillRect/>
          </a:stretch>
        </p:blipFill>
        <p:spPr>
          <a:xfrm>
            <a:off x="2653259" y="424871"/>
            <a:ext cx="11984636" cy="8036128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1056" y="97435"/>
            <a:ext cx="8626839" cy="9012936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8"/>
          <a:srcRect l="17197" r="1333"/>
          <a:stretch>
            <a:fillRect/>
          </a:stretch>
        </p:blipFill>
        <p:spPr>
          <a:xfrm>
            <a:off x="2563319" y="477732"/>
            <a:ext cx="12524281" cy="8463068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9"/>
          <a:srcRect l="17290"/>
          <a:stretch>
            <a:fillRect/>
          </a:stretch>
        </p:blipFill>
        <p:spPr>
          <a:xfrm>
            <a:off x="2563319" y="647492"/>
            <a:ext cx="11881633" cy="7871455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10"/>
          <a:srcRect l="17428" r="1655"/>
          <a:stretch>
            <a:fillRect/>
          </a:stretch>
        </p:blipFill>
        <p:spPr>
          <a:xfrm>
            <a:off x="2129626" y="424870"/>
            <a:ext cx="12957973" cy="8719129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11"/>
          <a:srcRect l="18581" r="3914"/>
          <a:stretch>
            <a:fillRect/>
          </a:stretch>
        </p:blipFill>
        <p:spPr>
          <a:xfrm>
            <a:off x="0" y="980092"/>
            <a:ext cx="8518990" cy="6069351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12"/>
          <a:srcRect l="19318" r="3124"/>
          <a:stretch>
            <a:fillRect/>
          </a:stretch>
        </p:blipFill>
        <p:spPr>
          <a:xfrm>
            <a:off x="8364512" y="1332141"/>
            <a:ext cx="7825698" cy="5566958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3"/>
          <a:srcRect l="17659" r="1700"/>
          <a:stretch>
            <a:fillRect/>
          </a:stretch>
        </p:blipFill>
        <p:spPr>
          <a:xfrm>
            <a:off x="2798164" y="482600"/>
            <a:ext cx="12441836" cy="853448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5AE8440-111A-7016-EB1F-E2B7E3EF0B1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2670" y="2366757"/>
            <a:ext cx="15203620" cy="4626154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F34E55B-FBC2-453A-A942-B2FA11EB0A68}"/>
              </a:ext>
            </a:extLst>
          </p:cNvPr>
          <p:cNvSpPr/>
          <p:nvPr/>
        </p:nvSpPr>
        <p:spPr>
          <a:xfrm>
            <a:off x="4242216" y="4384623"/>
            <a:ext cx="2705725" cy="4497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68CA885-3E43-FCF1-AE92-DF5EF58CB25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3031" y="980092"/>
            <a:ext cx="15085921" cy="731696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CA48D35-3682-31E4-641C-E25D5FE5F8B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41804" y="304800"/>
            <a:ext cx="11731602" cy="526071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B95AE92-1111-D44C-8F7C-CD99D1FFDBB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20854" y="4384623"/>
            <a:ext cx="7449917" cy="281589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A5DE367-77FF-6256-7011-E43F8AAAC0C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16794" y="482600"/>
            <a:ext cx="12548508" cy="262516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AAE8F2BC-D4F3-371F-41AE-F884CAC94E8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63319" y="2366757"/>
            <a:ext cx="9438398" cy="649992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EA1F7E77-F58E-CF48-B5E8-8AD69F80D69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19975" y="2520479"/>
            <a:ext cx="15790353" cy="5079534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37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7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1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1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05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01 项目概述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41" name="Text 39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</a:t>
            </a:r>
            <a:endParaRPr lang="en-US" sz="1600" dirty="0"/>
          </a:p>
        </p:txBody>
      </p:sp>
      <p:sp>
        <p:nvSpPr>
          <p:cNvPr id="12" name="文本框 11"/>
          <p:cNvSpPr txBox="1"/>
          <p:nvPr/>
        </p:nvSpPr>
        <p:spPr>
          <a:xfrm>
            <a:off x="770327" y="974361"/>
            <a:ext cx="5793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</a:rPr>
              <a:t>赵一诺（前端）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70327" y="1768839"/>
            <a:ext cx="146545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dirty="0"/>
              <a:t>Figma UI/UX 设计、Vue 页面与组件、API 封装与联调、前端测试、前端 Docker/Nginx、前端 CI 与监控埋点、线上前端问题排查。</a:t>
            </a:r>
            <a:endParaRPr lang="zh-CN" altLang="en-US" sz="2800" dirty="0"/>
          </a:p>
        </p:txBody>
      </p:sp>
      <p:sp>
        <p:nvSpPr>
          <p:cNvPr id="22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32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工作总结</a:t>
            </a:r>
            <a:endParaRPr lang="en-US" sz="20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715" y="2959100"/>
            <a:ext cx="11853545" cy="576326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01 项目概述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41" name="Text 39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</a:t>
            </a:r>
            <a:endParaRPr lang="en-US" sz="1600" dirty="0"/>
          </a:p>
        </p:txBody>
      </p:sp>
      <p:sp>
        <p:nvSpPr>
          <p:cNvPr id="12" name="文本框 11"/>
          <p:cNvSpPr txBox="1"/>
          <p:nvPr/>
        </p:nvSpPr>
        <p:spPr>
          <a:xfrm>
            <a:off x="770327" y="974361"/>
            <a:ext cx="5793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</a:rPr>
              <a:t>贾静怡（后端）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70327" y="1768839"/>
            <a:ext cx="146545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后端架构与数据库、</a:t>
            </a:r>
            <a:r>
              <a:rPr lang="en-US" altLang="zh-CN" sz="2800" dirty="0"/>
              <a:t>Flask API </a:t>
            </a:r>
            <a:r>
              <a:rPr lang="zh-CN" altLang="en-US" sz="2800" dirty="0"/>
              <a:t>与 </a:t>
            </a:r>
            <a:r>
              <a:rPr lang="en-US" altLang="zh-CN" sz="2800" dirty="0"/>
              <a:t>services</a:t>
            </a:r>
            <a:r>
              <a:rPr lang="zh-CN" altLang="en-US" sz="2800" dirty="0"/>
              <a:t>、</a:t>
            </a:r>
            <a:r>
              <a:rPr lang="en-US" altLang="zh-CN" sz="2800" dirty="0"/>
              <a:t>AI </a:t>
            </a:r>
            <a:r>
              <a:rPr lang="zh-CN" altLang="en-US" sz="2800" dirty="0"/>
              <a:t>集成、后端测试、安全加固、后端 </a:t>
            </a:r>
            <a:r>
              <a:rPr lang="en-US" altLang="zh-CN" sz="2800" dirty="0"/>
              <a:t>Docker/</a:t>
            </a:r>
            <a:r>
              <a:rPr lang="en-US" altLang="zh-CN" sz="2800" dirty="0" err="1"/>
              <a:t>Gunicorn</a:t>
            </a:r>
            <a:r>
              <a:rPr lang="zh-CN" altLang="en-US" sz="2800" dirty="0"/>
              <a:t>、</a:t>
            </a:r>
            <a:r>
              <a:rPr lang="en-US" altLang="zh-CN" sz="2800" dirty="0"/>
              <a:t>CI/CD </a:t>
            </a:r>
            <a:r>
              <a:rPr lang="zh-CN" altLang="en-US" sz="2800" dirty="0"/>
              <a:t>后端流水线、阿里云部署与运维、监控后端实现。</a:t>
            </a:r>
          </a:p>
        </p:txBody>
      </p:sp>
      <p:sp>
        <p:nvSpPr>
          <p:cNvPr id="22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32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工作总结</a:t>
            </a:r>
            <a:endParaRPr lang="en-US" sz="20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09" y="2810782"/>
            <a:ext cx="14854953" cy="613001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5080000"/>
            <a:ext cx="16256000" cy="4064000"/>
          </a:xfrm>
          <a:prstGeom prst="rect">
            <a:avLst/>
          </a:prstGeom>
          <a:solidFill>
            <a:srgbClr val="1A4A7A"/>
          </a:solidFill>
        </p:spPr>
      </p:sp>
      <p:sp>
        <p:nvSpPr>
          <p:cNvPr id="4" name="Text 2"/>
          <p:cNvSpPr/>
          <p:nvPr/>
        </p:nvSpPr>
        <p:spPr>
          <a:xfrm>
            <a:off x="1016000" y="1270000"/>
            <a:ext cx="13970000" cy="1219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感谢聆听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16000" y="2616200"/>
            <a:ext cx="11430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kern="0" spc="5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THANK YOU FOR YOUR ATTENTION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16000" y="3251200"/>
            <a:ext cx="14224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7" name="Text 5"/>
          <p:cNvSpPr/>
          <p:nvPr/>
        </p:nvSpPr>
        <p:spPr>
          <a:xfrm>
            <a:off x="1016000" y="3530600"/>
            <a:ext cx="889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FitMate</a:t>
            </a:r>
            <a:r>
              <a:rPr lang="en-US" sz="2000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　|　AI 智能健身助手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5665033"/>
            <a:ext cx="889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线上演示：</a:t>
            </a:r>
            <a:r>
              <a:rPr lang="en-US" sz="2000" u="sng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  <a:hlinkClick r:id="rId3" action="ppaction://hlinkfile"/>
              </a:rPr>
              <a:t>http://121.196.198.164/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016000" y="6306694"/>
            <a:ext cx="889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源码：</a:t>
            </a:r>
            <a:r>
              <a:rPr lang="en-US" sz="2000" u="sng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  <a:hlinkClick r:id="rId4" action="ppaction://hlinkfile"/>
              </a:rPr>
              <a:t>https://github.com/JiaJingyi717/FitMate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16000" y="6984999"/>
            <a:ext cx="10160000" cy="14169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altLang="zh-CN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2320100819     </a:t>
            </a:r>
            <a:r>
              <a:rPr lang="en-US" dirty="0" err="1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赵一诺</a:t>
            </a:r>
            <a:r>
              <a:rPr lang="en-US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    </a:t>
            </a:r>
            <a:r>
              <a:rPr lang="zh-CN" altLang="en-US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前端</a:t>
            </a:r>
            <a:r>
              <a:rPr lang="en-US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2323030103    贾静怡     </a:t>
            </a:r>
            <a:r>
              <a:rPr lang="zh-CN" altLang="en-US" dirty="0">
                <a:solidFill>
                  <a:schemeClr val="bg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后端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53333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18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480</Words>
  <Application>Microsoft Office PowerPoint</Application>
  <PresentationFormat>自定义</PresentationFormat>
  <Paragraphs>68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Arial</vt:lpstr>
      <vt:lpstr>Noto Sans SC</vt:lpstr>
      <vt:lpstr>微软雅黑</vt:lpstr>
      <vt:lpstr>Quattrocento Sans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FitMate — AI 智能健身助手 最终项目汇报</dc:title>
  <dc:subject>FitMate — AI 智能健身助手 最终项目汇报</dc:subject>
  <dc:creator>Kimi</dc:creator>
  <cp:lastModifiedBy>静怡 贾</cp:lastModifiedBy>
  <cp:revision>9</cp:revision>
  <dcterms:created xsi:type="dcterms:W3CDTF">2026-06-03T14:22:00Z</dcterms:created>
  <dcterms:modified xsi:type="dcterms:W3CDTF">2026-06-10T02:27:24Z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{"Label":"FitMate — AI 智能健身助手 最终项目汇报","ContentProducer":"001191110108MACG2KBH8F10000","ProduceID":"19e8dda3-1562-8090-8000-0000587d04f4","ReservedCode1":"","ContentPropagator":"001191110108MACG2KBH8F20000","PropagateID":"19e8dda3-1562-8090-8000-0000587d04f4","ReservedCode2":""}</vt:lpwstr>
  </property>
  <property fmtid="{D5CDD505-2E9C-101B-9397-08002B2CF9AE}" pid="3" name="KSOProductBuildVer">
    <vt:lpwstr>2052-12.1.0.26895</vt:lpwstr>
  </property>
  <property fmtid="{D5CDD505-2E9C-101B-9397-08002B2CF9AE}" pid="4" name="ICV">
    <vt:lpwstr>DDD509E123DB4795AE7635C3D4A76705_12</vt:lpwstr>
  </property>
</Properties>
</file>